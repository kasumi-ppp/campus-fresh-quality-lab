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开场：模块二我们选了方案2「AI测」，被测系统不变，用AI辅助测试。本次实践由成员C完成，几分钟讲清楚AI辅助测试和人工测试的不同。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三点理由：有基线可对照；系统本身没有AI模型所以方案1不合适；模块一缺陷都是校验缺失类，AI擅长枚举。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四轮：独立审查、用例生成、脚本生成、缺陷修复。强调所有AI产出都当草稿处理。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四个数字：21条AI用例、23个AI测试、全量103个通过、3条缺陷修复。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召回率100%但只限后端范围；额外发现8项；前端3条没给文件就没报。结论：AI视野受输入约束。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左右对比：人工12条 vs AI21条。重合40%，差异互补。耗时2天 vs 即时生成+修订。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发现-根因-修复-回归四段。人工正常流程不会篡改Cookie，AI的机械审查命中了这条高危缺陷。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全片重点：AI推测竞态→实测坐实(加购丢数据/重复条目，下单大面积失败)→修复(唯一约束+原子累加+事务调整)→前后数据对比。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22项全过=模块一修复扎实。同时诚实登记CSRF问题：GET写操作无CSRF保护，跨站可删条目。敢写出来也是质量意识。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两栏对照：能干的（枚举/边界/安全）和不靠谱的（测试自己出错/噪声/视野受限）。中间一句话是本页核心。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定位是辅助者：有产出但无法独立交付，甄别成本远低于从头设计。固化为标准流程。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结束语：收获是分工边界，不是数量。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校园鲜达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8529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模块二成果汇报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639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7D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AI 工具开展软件测试的实践与反思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5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小组：A 用户与地址 · B 商品与搜索 · C 购物车与订单（本阶段实践负责人）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77272" y="5806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5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方案选择：为什么选「AI 测」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被测对象不变，在测试的设计、开发与缺陷定位环节引入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17099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已具备对照条件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模块一完成 36 条人工用例、78 个自动化测试与 17 条缺陷记录，形成完整人工基线，可与 AI 结果做对照实验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600200" y="2953512"/>
            <a:ext cx="9692640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00200" y="31272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1 与项目不符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5661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被测系统是传统业务系统、自身不含 AI 模型；引入模型作被测对象，无法回答「AI 如何帮助测试现有系统」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4370832"/>
            <a:ext cx="9692640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00200" y="45445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缺陷特征适合 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983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17 条缺陷的共同特征不是「功能写错」，而是「入参或分支未被校验」——正适合 AI 的机械式枚举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实践路线：四轮推进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工具：ZCode 智能体（底层模型 DeepSeek），本地命令行，可读写仓库、执行命令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0574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独立审查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9077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项发现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4088" y="3611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全新会话仅凭需求文档与基线代码，输出缺陷候选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35224" y="297180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20574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5304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用例生成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5304" y="29077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条用例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75304" y="3611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覆盖等价类 / 边界值 / 场景法，人工修订 2 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06440" y="297180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5352" y="182880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0574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脚本生成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9077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个测试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 Django TestCase 文件，一键运行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77656" y="297180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16568" y="182880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17736" y="20574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17736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缺陷修复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17736" y="29077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条修复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17736" y="3611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定位并实现，成员 C 验证后合入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E7F0D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749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贯穿原则：</a:t>
            </a:r>
            <a:pPr indent="0" marL="0">
              <a:buNone/>
            </a:pPr>
            <a:r>
              <a:rPr lang="en-US" sz="150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的产出全部按「待验证草稿」处理，未经人工确认的内容不进入交付物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成果总览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 AI 生成用例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 12 条之外的新增覆盖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7830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2148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593592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AI 自动化测试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个文件，一键运行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17830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148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455664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个全量测试通过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664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Django 3.2.25 与 5.2.17 双环境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89136" y="17830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53B5B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2148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9317736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条缺陷由 AI 发现并修复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17736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7D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 1 条高危安全缺陷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数据来源：module2-ai-test-case-matrix.xlsx、module2-automation-run-output.txt、缺陷报告书（模块二）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对照实验一：AI 找缺陷有多准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独立审查 vs 模块一人工测试（人工缺陷 D-01 ~ D-16）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范围内缺陷召回率 13 / 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 16 条缺陷中属后端可检测的 13 条，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全部命中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9659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+8 项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12280" y="19659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额外发现（人工清单之外），其中 3 条已修复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3200400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32004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条未报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12280" y="3200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人工标记为前端表现的 D-13/14/15，AI 一条没报——未提供前端文件就发现不了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4434840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44348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项待验证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12280" y="44348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自报的可疑项，人工甄别后仅 2 项属实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8064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结论：范围内召回率 100%，但视野受输入约束——给 AI 什么上下文，决定它能发现什么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数据来源：docs/ai-records/2026-09-19-member-c-ai-testing.md 第 4.1 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对照实验二：AI 用例与人工用例差在哪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 12 条（模块一）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执行方式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GUI 手工执行并逐页截图留存证据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独有视角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真实用户路径：失败回填、删除后行消失、确认框交互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设计耗时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 天 / 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21 条（模块二）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执行方式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接口级 Django TestCase 自动化执行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独有视角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URL 层非法等价类、极大编号、金额精度、开放重定向安全用例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设计耗时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首轮 18 条即时生成，人工修订 2 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594360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E7F0D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9436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主题重合约 40%——对业务规则理解一致；差异部分恰好互补：AI 长于系统枚举与安全视角，人工长于真实用户路径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典型缺陷：登录回跳开放重定向（高危）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D-AI-01 · 人工测试在正常操作路径上永远不会碰到的一类缺陷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205740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· 发现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2606040"/>
            <a:ext cx="216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对每个入参追问「来源可信吗」：登录回跳地址取自浏览器 Cookie，可被指向外站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205740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· 根因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84448" y="2606040"/>
            <a:ext cx="216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HttpResponseRedirect 直接采信 Cookie 值，未校验是否为站内相对路径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7064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05740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· 修复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16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新增地址校验函数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_safe_redirect_url()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只接受以 / 开头且非 // 开头的站内路径，其余回退首页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89136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53B5B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08592" y="205740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· 回归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08592" y="2606040"/>
            <a:ext cx="216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2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条安全测试全部通过；22 项越权审计中该入口保持有效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6235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这条缺陷证明：AI 的安全视角是人工「按正常流程操作」覆盖不到的盲区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数据来源：缺陷报告书（模块二）3.4.1 节；修复提交 93b6361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典型缺陷：并发问题——从 AI 推测到实测坐实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审查推测加购存在竞态（当时无证据，登记遗留）→ 10 线程真实压测坐实 → 修复验证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60520"/>
                <a:gridCol w="41879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修复前实测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修复后实测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A2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并发下单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（库存 5 件，10 人同抢）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 1 单成功；9 单返回「请稍后重试」；库存剩 4 件卖不掉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单成功、5 单按「库存不足」正确拒绝；库存归 0 且不为负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并发加购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（同用户 10 线程，重复 5 轮）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5/5 轮异常：加购 10 次只剩 3~4 件、出现重复条目，而请求全部返回成功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3B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0/5 轮异常：每轮恰好 1 个条目、数量 10，零丢失零重复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2064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7F0D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12064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给出线索，人用实验证实，再用工程手段修复——</a:t>
            </a:r>
            <a:pPr indent="0" marL="0">
              <a:buNone/>
            </a:pPr>
            <a:r>
              <a:rPr lang="en-US" sz="140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三者缺一不可：只有 AI 会把推测当结论，只有人工则永远发现不了竞态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数据来源：缺陷报告书（模块二）3.4.3 节；修复提交 e13ff75；全量 103 个测试通过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越权访问审计：22 项探测全部通过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test02 为攻击者、test01 为受害者，逐点实测模块一越权修复的有效性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17830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跨用户越权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改数量 / 删条目 / 读确认页 / 用他人条目下单 / 支付他人订单 / 四类页面数据隔离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11183112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4436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项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299008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未登录访问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99008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购物车、用户中心、订单、加购、改数量、删除、确认页、下单、支付——全部跳转登录页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51376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项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94560" y="41970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受害者数据完整性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419709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探测后购物车条目、数量、订单归属与支付状态均未被改动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诚实登记 1 项未修复问题：</a:t>
            </a:r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购物车写操作走 GET、无 CSRF 保护，跨站请求可删他人条目；修复涉及前端改造，本阶段登记不修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数据来源：测试报告（模块二）2.4 节（2）（3）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反思：能干与不靠谱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系统性枚举：8 分钟扫完人工一天的走读量，开放重定向正是藏在机械审查里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边界值成对列出：「恰好等于库存 / 库存+1」不会只测一边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安全视角：金额精度、归属校验、参数格式的敏感度高于人工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A9B5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不靠谱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自己写的测试也出错：登录身份写反导致测试报 DoesNotExist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项发现中 4 项经人工甄别不成立，直接采信会虚报缺陷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看不到前端文件，D-13/14/15 三条前端缺陷一条没报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525780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153B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的产出是「待验证的草稿」，不是「结论」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4472" y="1645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8E5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角色定位：辅助者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产出确有价值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83480" y="1691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范围内召回率 100%，额外发现 8 项人工遗漏；同等范围人工走读至少一天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11183112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62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28620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但无法独立交付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2862072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条用例中 1 条重复、1 条不可判定；23 个测试中 1 个自身出错——每项交付物最终都经人工确认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886200"/>
            <a:ext cx="11183112" cy="0"/>
          </a:xfrm>
          <a:prstGeom prst="line">
            <a:avLst/>
          </a:prstGeom>
          <a:noFill/>
          <a:ln w="12700">
            <a:solidFill>
              <a:srgbClr val="D8E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3250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40325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分工经济学成立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403250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审查约 8 分钟 + 人工甄别约 1 小时，远低于人工从头走读与设计的一整天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E7F0D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4924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固化为标准动作：</a:t>
            </a:r>
            <a:pPr indent="0" marL="0">
              <a:buNone/>
            </a:pPr>
            <a:r>
              <a:rPr lang="en-US" sz="1450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全量审查 → 人工逐条甄别 → 人工修正补测（建议每个模块提交前执行）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AA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核心收获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AI 帮我们写了多少测试，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而是搞清了 AI 与人在测试中的分工边界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D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全量扫描  ·  人工逐条甄别  ·  人工修正补测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5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校园鲜达 · 模块二 · 方案 2「AI 测」 · 2026.09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校园鲜达 模块二成果汇报</dc:title>
  <dc:subject>PptxGenJS Presentation</dc:subject>
  <dc:creator>成员C</dc:creator>
  <cp:lastModifiedBy>成员C</cp:lastModifiedBy>
  <cp:revision>1</cp:revision>
  <dcterms:created xsi:type="dcterms:W3CDTF">2026-09-22T09:32:25Z</dcterms:created>
  <dcterms:modified xsi:type="dcterms:W3CDTF">2026-09-22T09:32:25Z</dcterms:modified>
</cp:coreProperties>
</file>